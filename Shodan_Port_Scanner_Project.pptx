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30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83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82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96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1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15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40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76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91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2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9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22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u="sng" dirty="0"/>
              <a:t>Python-based Open Port &amp; Service Scanner using Shodan</a:t>
            </a:r>
          </a:p>
          <a:p>
            <a:endParaRPr dirty="0"/>
          </a:p>
          <a:p>
            <a:r>
              <a:rPr dirty="0"/>
              <a:t>Focus:  Security &amp; Secure Coding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Accept website name or IP address</a:t>
            </a:r>
          </a:p>
          <a:p>
            <a:r>
              <a:rPr dirty="0"/>
              <a:t> Convert domain to IP using socket</a:t>
            </a:r>
          </a:p>
          <a:p>
            <a:r>
              <a:rPr dirty="0"/>
              <a:t> Fetch open ports &amp; services using Shodan API</a:t>
            </a:r>
          </a:p>
          <a:p>
            <a:r>
              <a:rPr dirty="0"/>
              <a:t> Perform basic risk analysis</a:t>
            </a:r>
          </a:p>
          <a:p>
            <a:r>
              <a:rPr dirty="0"/>
              <a:t> Store scan results safely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User Input (Website/IP)</a:t>
            </a:r>
          </a:p>
          <a:p>
            <a:r>
              <a:t>↓</a:t>
            </a:r>
          </a:p>
          <a:p>
            <a:r>
              <a:t>Domain to IP (socket)</a:t>
            </a:r>
          </a:p>
          <a:p>
            <a:r>
              <a:t>↓</a:t>
            </a:r>
          </a:p>
          <a:p>
            <a:r>
              <a:t>Shodan API Scan</a:t>
            </a:r>
          </a:p>
          <a:p>
            <a:r>
              <a:t>↓</a:t>
            </a:r>
          </a:p>
          <a:p>
            <a:r>
              <a:t>Open Ports &amp; Services</a:t>
            </a:r>
          </a:p>
          <a:p>
            <a:r>
              <a:t>↓</a:t>
            </a:r>
          </a:p>
          <a:p>
            <a:r>
              <a:t>Formatted Output + File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Python</a:t>
            </a:r>
          </a:p>
          <a:p>
            <a:r>
              <a:rPr lang="en-US" dirty="0"/>
              <a:t> </a:t>
            </a:r>
            <a:r>
              <a:rPr dirty="0"/>
              <a:t>socket module</a:t>
            </a:r>
          </a:p>
          <a:p>
            <a:r>
              <a:rPr dirty="0"/>
              <a:t> Shodan API</a:t>
            </a:r>
          </a:p>
          <a:p>
            <a:r>
              <a:rPr dirty="0"/>
              <a:t> Environment Variables</a:t>
            </a:r>
          </a:p>
          <a:p>
            <a:r>
              <a:rPr dirty="0"/>
              <a:t> File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Shodan?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Shodan scans the internet</a:t>
            </a:r>
          </a:p>
          <a:p>
            <a:r>
              <a:rPr dirty="0"/>
              <a:t> Collects public data about devices</a:t>
            </a:r>
          </a:p>
          <a:p>
            <a:r>
              <a:rPr dirty="0"/>
              <a:t> Shows open ports &amp; running services</a:t>
            </a:r>
          </a:p>
          <a:p>
            <a:r>
              <a:rPr dirty="0"/>
              <a:t> Used by security professionals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socket Module?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Converts domain names to IP addresses</a:t>
            </a:r>
          </a:p>
          <a:p>
            <a:r>
              <a:rPr dirty="0"/>
              <a:t> Required because Shodan works on IPs</a:t>
            </a:r>
          </a:p>
          <a:p>
            <a:r>
              <a:rPr dirty="0"/>
              <a:t> Example: google.com → IP address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Input is Handled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Code logic:</a:t>
            </a:r>
          </a:p>
          <a:p>
            <a:r>
              <a:rPr dirty="0" err="1"/>
              <a:t>target.replace</a:t>
            </a:r>
            <a:r>
              <a:rPr dirty="0"/>
              <a:t>('.', '') removes dots</a:t>
            </a:r>
          </a:p>
          <a:p>
            <a:r>
              <a:rPr dirty="0" err="1"/>
              <a:t>isdigit</a:t>
            </a:r>
            <a:r>
              <a:rPr dirty="0"/>
              <a:t>() checks only numbers</a:t>
            </a:r>
          </a:p>
          <a:p>
            <a:endParaRPr dirty="0"/>
          </a:p>
          <a:p>
            <a:r>
              <a:rPr dirty="0"/>
              <a:t> If domain → convert to IP</a:t>
            </a:r>
          </a:p>
          <a:p>
            <a:r>
              <a:rPr dirty="0"/>
              <a:t> If IP → use directly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API Key is Hidden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API key is like a password</a:t>
            </a:r>
          </a:p>
          <a:p>
            <a:r>
              <a:rPr dirty="0"/>
              <a:t> Hardcoding is unsafe</a:t>
            </a:r>
          </a:p>
          <a:p>
            <a:r>
              <a:rPr dirty="0"/>
              <a:t> Stored in User Environment Variable</a:t>
            </a:r>
          </a:p>
          <a:p>
            <a:r>
              <a:rPr dirty="0"/>
              <a:t> Accessed using </a:t>
            </a:r>
            <a:r>
              <a:rPr dirty="0" err="1"/>
              <a:t>os.getenv</a:t>
            </a:r>
            <a:r>
              <a:rPr dirty="0"/>
              <a:t>()</a:t>
            </a:r>
          </a:p>
          <a:p>
            <a:r>
              <a:rPr dirty="0"/>
              <a:t> Key never appears in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Environment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storage</a:t>
            </a:r>
          </a:p>
          <a:p>
            <a:r>
              <a:t>• Prevents key leakage</a:t>
            </a:r>
          </a:p>
          <a:p>
            <a:r>
              <a:t>• Industry standard practice</a:t>
            </a:r>
          </a:p>
          <a:p>
            <a:r>
              <a:t>• Safe for sharing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Analysis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Common risky ports identified</a:t>
            </a:r>
          </a:p>
          <a:p>
            <a:r>
              <a:rPr dirty="0"/>
              <a:t> Example: 21, 22, 23, 3306, 3389</a:t>
            </a:r>
          </a:p>
          <a:p>
            <a:r>
              <a:rPr dirty="0"/>
              <a:t> If found → flagged as risky</a:t>
            </a:r>
          </a:p>
          <a:p>
            <a:r>
              <a:rPr dirty="0"/>
              <a:t> Helps basic security assessment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&amp; File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Displays scan time</a:t>
            </a:r>
          </a:p>
          <a:p>
            <a:r>
              <a:rPr dirty="0"/>
              <a:t> Shows IP, organization &amp; OS</a:t>
            </a:r>
          </a:p>
          <a:p>
            <a:r>
              <a:rPr dirty="0"/>
              <a:t> Lists open ports</a:t>
            </a:r>
          </a:p>
          <a:p>
            <a:r>
              <a:rPr dirty="0"/>
              <a:t> Saves result in file for future 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Uses public data only</a:t>
            </a:r>
          </a:p>
          <a:p>
            <a:r>
              <a:rPr dirty="0"/>
              <a:t> No unauthorized scanning</a:t>
            </a:r>
          </a:p>
          <a:p>
            <a:r>
              <a:rPr dirty="0"/>
              <a:t> Educational purpose</a:t>
            </a:r>
          </a:p>
          <a:p>
            <a:r>
              <a:rPr dirty="0"/>
              <a:t> Follows ethical guidelines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Practical cybersecurity project</a:t>
            </a:r>
          </a:p>
          <a:p>
            <a:r>
              <a:t>• Combines networking &amp; security</a:t>
            </a:r>
          </a:p>
          <a:p>
            <a:r>
              <a:t>• Demonstrates secure coding</a:t>
            </a:r>
          </a:p>
          <a:p>
            <a:r>
              <a:t>• Industry-relevant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78C30D"/>
      </a:accent1>
      <a:accent2>
        <a:srgbClr val="099B62"/>
      </a:accent2>
      <a:accent3>
        <a:srgbClr val="21CFDF"/>
      </a:accent3>
      <a:accent4>
        <a:srgbClr val="179FDF"/>
      </a:accent4>
      <a:accent5>
        <a:srgbClr val="E75710"/>
      </a:accent5>
      <a:accent6>
        <a:srgbClr val="F89C19"/>
      </a:accent6>
      <a:hlink>
        <a:srgbClr val="7CDE25"/>
      </a:hlink>
      <a:folHlink>
        <a:srgbClr val="BCE8A8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C0EF0781-FB17-4F1F-B3B1-699933968C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9</TotalTime>
  <Words>332</Words>
  <Application>Microsoft Office PowerPoint</Application>
  <PresentationFormat>On-screen Show (4:3)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 Light</vt:lpstr>
      <vt:lpstr>Rockwell</vt:lpstr>
      <vt:lpstr>Wingdings</vt:lpstr>
      <vt:lpstr>Atlas</vt:lpstr>
      <vt:lpstr>Project Title</vt:lpstr>
      <vt:lpstr>Project Objective</vt:lpstr>
      <vt:lpstr>Project Flow</vt:lpstr>
      <vt:lpstr>Technologies Used</vt:lpstr>
      <vt:lpstr>Why Shodan?</vt:lpstr>
      <vt:lpstr>Why socket Module?</vt:lpstr>
      <vt:lpstr>How Input is Handled</vt:lpstr>
      <vt:lpstr>How API Key is Hidden</vt:lpstr>
      <vt:lpstr>Why Environment Variables</vt:lpstr>
      <vt:lpstr>Risk Analysis Logic</vt:lpstr>
      <vt:lpstr>Output &amp; File Storage</vt:lpstr>
      <vt:lpstr>Security Awareness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RAPARTI</cp:lastModifiedBy>
  <cp:revision>2</cp:revision>
  <dcterms:created xsi:type="dcterms:W3CDTF">2013-01-27T09:14:16Z</dcterms:created>
  <dcterms:modified xsi:type="dcterms:W3CDTF">2026-01-18T10:32:05Z</dcterms:modified>
  <cp:category/>
</cp:coreProperties>
</file>